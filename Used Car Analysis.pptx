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42834F-B490-45EF-8DD9-539ACE7809BE}" v="93" dt="2025-09-01T07:51:04.697"/>
    <p1510:client id="{9D83032E-0BE2-4D61-B4B8-0BDB1635708D}" v="600" dt="2025-09-01T07:29:45.3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ritha Akula" userId="6891f4c6370ead51" providerId="Windows Live" clId="Web-{1B42834F-B490-45EF-8DD9-539ACE7809BE}"/>
    <pc:docChg chg="addSld delSld modSld">
      <pc:chgData name="charitha Akula" userId="6891f4c6370ead51" providerId="Windows Live" clId="Web-{1B42834F-B490-45EF-8DD9-539ACE7809BE}" dt="2025-09-01T07:51:04.697" v="89" actId="14100"/>
      <pc:docMkLst>
        <pc:docMk/>
      </pc:docMkLst>
      <pc:sldChg chg="modSp">
        <pc:chgData name="charitha Akula" userId="6891f4c6370ead51" providerId="Windows Live" clId="Web-{1B42834F-B490-45EF-8DD9-539ACE7809BE}" dt="2025-09-01T07:47:46.237" v="63" actId="20577"/>
        <pc:sldMkLst>
          <pc:docMk/>
          <pc:sldMk cId="1452074839" sldId="257"/>
        </pc:sldMkLst>
        <pc:spChg chg="mod">
          <ac:chgData name="charitha Akula" userId="6891f4c6370ead51" providerId="Windows Live" clId="Web-{1B42834F-B490-45EF-8DD9-539ACE7809BE}" dt="2025-09-01T07:47:46.237" v="63" actId="20577"/>
          <ac:spMkLst>
            <pc:docMk/>
            <pc:sldMk cId="1452074839" sldId="257"/>
            <ac:spMk id="3" creationId="{A6F33440-1E60-63D1-9C7E-7BF87508F6CC}"/>
          </ac:spMkLst>
        </pc:spChg>
      </pc:sldChg>
      <pc:sldChg chg="modSp del">
        <pc:chgData name="charitha Akula" userId="6891f4c6370ead51" providerId="Windows Live" clId="Web-{1B42834F-B490-45EF-8DD9-539ACE7809BE}" dt="2025-09-01T07:47:49.096" v="64"/>
        <pc:sldMkLst>
          <pc:docMk/>
          <pc:sldMk cId="2165118786" sldId="258"/>
        </pc:sldMkLst>
        <pc:spChg chg="mod">
          <ac:chgData name="charitha Akula" userId="6891f4c6370ead51" providerId="Windows Live" clId="Web-{1B42834F-B490-45EF-8DD9-539ACE7809BE}" dt="2025-09-01T07:47:22.204" v="48" actId="20577"/>
          <ac:spMkLst>
            <pc:docMk/>
            <pc:sldMk cId="2165118786" sldId="258"/>
            <ac:spMk id="3" creationId="{F562A116-7F36-07D0-C2A4-909C995FF5D2}"/>
          </ac:spMkLst>
        </pc:spChg>
      </pc:sldChg>
      <pc:sldChg chg="modSp">
        <pc:chgData name="charitha Akula" userId="6891f4c6370ead51" providerId="Windows Live" clId="Web-{1B42834F-B490-45EF-8DD9-539ACE7809BE}" dt="2025-09-01T07:48:13.363" v="68" actId="1076"/>
        <pc:sldMkLst>
          <pc:docMk/>
          <pc:sldMk cId="4040734054" sldId="260"/>
        </pc:sldMkLst>
        <pc:picChg chg="mod">
          <ac:chgData name="charitha Akula" userId="6891f4c6370ead51" providerId="Windows Live" clId="Web-{1B42834F-B490-45EF-8DD9-539ACE7809BE}" dt="2025-09-01T07:48:05.534" v="66" actId="1076"/>
          <ac:picMkLst>
            <pc:docMk/>
            <pc:sldMk cId="4040734054" sldId="260"/>
            <ac:picMk id="2" creationId="{B9065B7D-F281-5D70-D7B8-56FEE4DA98DD}"/>
          </ac:picMkLst>
        </pc:picChg>
        <pc:picChg chg="mod">
          <ac:chgData name="charitha Akula" userId="6891f4c6370ead51" providerId="Windows Live" clId="Web-{1B42834F-B490-45EF-8DD9-539ACE7809BE}" dt="2025-09-01T07:48:10.706" v="67" actId="1076"/>
          <ac:picMkLst>
            <pc:docMk/>
            <pc:sldMk cId="4040734054" sldId="260"/>
            <ac:picMk id="5" creationId="{AA01A124-02A3-2580-EF70-8F69576BE24F}"/>
          </ac:picMkLst>
        </pc:picChg>
        <pc:picChg chg="mod">
          <ac:chgData name="charitha Akula" userId="6891f4c6370ead51" providerId="Windows Live" clId="Web-{1B42834F-B490-45EF-8DD9-539ACE7809BE}" dt="2025-09-01T07:48:13.363" v="68" actId="1076"/>
          <ac:picMkLst>
            <pc:docMk/>
            <pc:sldMk cId="4040734054" sldId="260"/>
            <ac:picMk id="6" creationId="{E1B2517F-D18D-C316-61ED-796D14BABD51}"/>
          </ac:picMkLst>
        </pc:picChg>
      </pc:sldChg>
      <pc:sldChg chg="modSp">
        <pc:chgData name="charitha Akula" userId="6891f4c6370ead51" providerId="Windows Live" clId="Web-{1B42834F-B490-45EF-8DD9-539ACE7809BE}" dt="2025-09-01T07:51:04.697" v="89" actId="14100"/>
        <pc:sldMkLst>
          <pc:docMk/>
          <pc:sldMk cId="2508394990" sldId="266"/>
        </pc:sldMkLst>
        <pc:spChg chg="mod">
          <ac:chgData name="charitha Akula" userId="6891f4c6370ead51" providerId="Windows Live" clId="Web-{1B42834F-B490-45EF-8DD9-539ACE7809BE}" dt="2025-09-01T07:51:04.697" v="89" actId="14100"/>
          <ac:spMkLst>
            <pc:docMk/>
            <pc:sldMk cId="2508394990" sldId="266"/>
            <ac:spMk id="3" creationId="{54DCE5EF-9681-0833-89E5-81B6122ACF62}"/>
          </ac:spMkLst>
        </pc:spChg>
        <pc:picChg chg="mod">
          <ac:chgData name="charitha Akula" userId="6891f4c6370ead51" providerId="Windows Live" clId="Web-{1B42834F-B490-45EF-8DD9-539ACE7809BE}" dt="2025-09-01T07:50:53.071" v="88" actId="1076"/>
          <ac:picMkLst>
            <pc:docMk/>
            <pc:sldMk cId="2508394990" sldId="266"/>
            <ac:picMk id="4" creationId="{51615A3D-A24F-F80C-92F6-45976EFDDD0B}"/>
          </ac:picMkLst>
        </pc:picChg>
      </pc:sldChg>
      <pc:sldChg chg="modSp">
        <pc:chgData name="charitha Akula" userId="6891f4c6370ead51" providerId="Windows Live" clId="Web-{1B42834F-B490-45EF-8DD9-539ACE7809BE}" dt="2025-09-01T07:42:21.366" v="26" actId="20577"/>
        <pc:sldMkLst>
          <pc:docMk/>
          <pc:sldMk cId="311813537" sldId="268"/>
        </pc:sldMkLst>
        <pc:spChg chg="mod">
          <ac:chgData name="charitha Akula" userId="6891f4c6370ead51" providerId="Windows Live" clId="Web-{1B42834F-B490-45EF-8DD9-539ACE7809BE}" dt="2025-09-01T07:42:21.366" v="26" actId="20577"/>
          <ac:spMkLst>
            <pc:docMk/>
            <pc:sldMk cId="311813537" sldId="268"/>
            <ac:spMk id="3" creationId="{CB0945A5-785F-6663-3F00-DEAB2D3B1005}"/>
          </ac:spMkLst>
        </pc:spChg>
      </pc:sldChg>
      <pc:sldChg chg="modSp">
        <pc:chgData name="charitha Akula" userId="6891f4c6370ead51" providerId="Windows Live" clId="Web-{1B42834F-B490-45EF-8DD9-539ACE7809BE}" dt="2025-09-01T07:46:55.094" v="47" actId="20577"/>
        <pc:sldMkLst>
          <pc:docMk/>
          <pc:sldMk cId="3029854268" sldId="269"/>
        </pc:sldMkLst>
        <pc:spChg chg="mod">
          <ac:chgData name="charitha Akula" userId="6891f4c6370ead51" providerId="Windows Live" clId="Web-{1B42834F-B490-45EF-8DD9-539ACE7809BE}" dt="2025-09-01T07:46:55.094" v="47" actId="20577"/>
          <ac:spMkLst>
            <pc:docMk/>
            <pc:sldMk cId="3029854268" sldId="269"/>
            <ac:spMk id="3" creationId="{8CE31DA5-DAF9-3890-BDB1-C7DEEB0247E3}"/>
          </ac:spMkLst>
        </pc:spChg>
      </pc:sldChg>
      <pc:sldChg chg="delSp modSp new">
        <pc:chgData name="charitha Akula" userId="6891f4c6370ead51" providerId="Windows Live" clId="Web-{1B42834F-B490-45EF-8DD9-539ACE7809BE}" dt="2025-09-01T07:50:33.711" v="86" actId="20577"/>
        <pc:sldMkLst>
          <pc:docMk/>
          <pc:sldMk cId="3255368004" sldId="270"/>
        </pc:sldMkLst>
        <pc:spChg chg="del">
          <ac:chgData name="charitha Akula" userId="6891f4c6370ead51" providerId="Windows Live" clId="Web-{1B42834F-B490-45EF-8DD9-539ACE7809BE}" dt="2025-09-01T07:49:40.897" v="70"/>
          <ac:spMkLst>
            <pc:docMk/>
            <pc:sldMk cId="3255368004" sldId="270"/>
            <ac:spMk id="2" creationId="{DF9348BA-D715-2A39-4DD9-0AF913FF7F60}"/>
          </ac:spMkLst>
        </pc:spChg>
        <pc:spChg chg="mod">
          <ac:chgData name="charitha Akula" userId="6891f4c6370ead51" providerId="Windows Live" clId="Web-{1B42834F-B490-45EF-8DD9-539ACE7809BE}" dt="2025-09-01T07:50:33.711" v="86" actId="20577"/>
          <ac:spMkLst>
            <pc:docMk/>
            <pc:sldMk cId="3255368004" sldId="270"/>
            <ac:spMk id="3" creationId="{9748B5E4-386B-8B01-7890-5EF2AF0CE634}"/>
          </ac:spMkLst>
        </pc:spChg>
      </pc:sldChg>
    </pc:docChg>
  </pc:docChgLst>
  <pc:docChgLst>
    <pc:chgData name="charitha Akula" userId="6891f4c6370ead51" providerId="Windows Live" clId="Web-{9D83032E-0BE2-4D61-B4B8-0BDB1635708D}"/>
    <pc:docChg chg="addSld modSld">
      <pc:chgData name="charitha Akula" userId="6891f4c6370ead51" providerId="Windows Live" clId="Web-{9D83032E-0BE2-4D61-B4B8-0BDB1635708D}" dt="2025-09-01T07:29:45.345" v="548" actId="20577"/>
      <pc:docMkLst>
        <pc:docMk/>
      </pc:docMkLst>
      <pc:sldChg chg="addSp delSp modSp mod setBg">
        <pc:chgData name="charitha Akula" userId="6891f4c6370ead51" providerId="Windows Live" clId="Web-{9D83032E-0BE2-4D61-B4B8-0BDB1635708D}" dt="2025-08-30T13:01:01.002" v="88"/>
        <pc:sldMkLst>
          <pc:docMk/>
          <pc:sldMk cId="109857222" sldId="256"/>
        </pc:sldMkLst>
        <pc:spChg chg="mod">
          <ac:chgData name="charitha Akula" userId="6891f4c6370ead51" providerId="Windows Live" clId="Web-{9D83032E-0BE2-4D61-B4B8-0BDB1635708D}" dt="2025-08-30T13:01:01.002" v="88"/>
          <ac:spMkLst>
            <pc:docMk/>
            <pc:sldMk cId="109857222" sldId="256"/>
            <ac:spMk id="2" creationId="{00000000-0000-0000-0000-000000000000}"/>
          </ac:spMkLst>
        </pc:spChg>
        <pc:spChg chg="mod">
          <ac:chgData name="charitha Akula" userId="6891f4c6370ead51" providerId="Windows Live" clId="Web-{9D83032E-0BE2-4D61-B4B8-0BDB1635708D}" dt="2025-08-30T13:01:01.002" v="88"/>
          <ac:spMkLst>
            <pc:docMk/>
            <pc:sldMk cId="109857222" sldId="256"/>
            <ac:spMk id="3" creationId="{00000000-0000-0000-0000-000000000000}"/>
          </ac:spMkLst>
        </pc:spChg>
        <pc:spChg chg="add mod">
          <ac:chgData name="charitha Akula" userId="6891f4c6370ead51" providerId="Windows Live" clId="Web-{9D83032E-0BE2-4D61-B4B8-0BDB1635708D}" dt="2025-08-30T13:01:01.002" v="88"/>
          <ac:spMkLst>
            <pc:docMk/>
            <pc:sldMk cId="109857222" sldId="256"/>
            <ac:spMk id="4" creationId="{8D9CABAF-1346-F7A8-A535-B99B8C0C66A7}"/>
          </ac:spMkLst>
        </pc:spChg>
      </pc:sldChg>
      <pc:sldChg chg="modSp new">
        <pc:chgData name="charitha Akula" userId="6891f4c6370ead51" providerId="Windows Live" clId="Web-{9D83032E-0BE2-4D61-B4B8-0BDB1635708D}" dt="2025-08-30T14:00:59.753" v="177" actId="20577"/>
        <pc:sldMkLst>
          <pc:docMk/>
          <pc:sldMk cId="1452074839" sldId="257"/>
        </pc:sldMkLst>
        <pc:spChg chg="mod">
          <ac:chgData name="charitha Akula" userId="6891f4c6370ead51" providerId="Windows Live" clId="Web-{9D83032E-0BE2-4D61-B4B8-0BDB1635708D}" dt="2025-08-30T13:59:46.688" v="173" actId="20577"/>
          <ac:spMkLst>
            <pc:docMk/>
            <pc:sldMk cId="1452074839" sldId="257"/>
            <ac:spMk id="2" creationId="{A9C3F525-2071-66DE-4F0C-EDC07E172189}"/>
          </ac:spMkLst>
        </pc:spChg>
        <pc:spChg chg="mod">
          <ac:chgData name="charitha Akula" userId="6891f4c6370ead51" providerId="Windows Live" clId="Web-{9D83032E-0BE2-4D61-B4B8-0BDB1635708D}" dt="2025-08-30T14:00:59.753" v="177" actId="20577"/>
          <ac:spMkLst>
            <pc:docMk/>
            <pc:sldMk cId="1452074839" sldId="257"/>
            <ac:spMk id="3" creationId="{A6F33440-1E60-63D1-9C7E-7BF87508F6CC}"/>
          </ac:spMkLst>
        </pc:spChg>
      </pc:sldChg>
      <pc:sldChg chg="addSp delSp modSp new">
        <pc:chgData name="charitha Akula" userId="6891f4c6370ead51" providerId="Windows Live" clId="Web-{9D83032E-0BE2-4D61-B4B8-0BDB1635708D}" dt="2025-08-30T16:04:58.762" v="206" actId="20577"/>
        <pc:sldMkLst>
          <pc:docMk/>
          <pc:sldMk cId="2165118786" sldId="258"/>
        </pc:sldMkLst>
        <pc:spChg chg="mod">
          <ac:chgData name="charitha Akula" userId="6891f4c6370ead51" providerId="Windows Live" clId="Web-{9D83032E-0BE2-4D61-B4B8-0BDB1635708D}" dt="2025-08-30T16:04:58.762" v="206" actId="20577"/>
          <ac:spMkLst>
            <pc:docMk/>
            <pc:sldMk cId="2165118786" sldId="258"/>
            <ac:spMk id="3" creationId="{F562A116-7F36-07D0-C2A4-909C995FF5D2}"/>
          </ac:spMkLst>
        </pc:spChg>
      </pc:sldChg>
      <pc:sldChg chg="addSp delSp modSp new">
        <pc:chgData name="charitha Akula" userId="6891f4c6370ead51" providerId="Windows Live" clId="Web-{9D83032E-0BE2-4D61-B4B8-0BDB1635708D}" dt="2025-08-30T16:07:54.971" v="238" actId="1076"/>
        <pc:sldMkLst>
          <pc:docMk/>
          <pc:sldMk cId="4041846184" sldId="259"/>
        </pc:sldMkLst>
        <pc:spChg chg="mod">
          <ac:chgData name="charitha Akula" userId="6891f4c6370ead51" providerId="Windows Live" clId="Web-{9D83032E-0BE2-4D61-B4B8-0BDB1635708D}" dt="2025-08-30T16:07:49.784" v="236" actId="20577"/>
          <ac:spMkLst>
            <pc:docMk/>
            <pc:sldMk cId="4041846184" sldId="259"/>
            <ac:spMk id="3" creationId="{960C40A5-1F03-7291-EA59-6AD198CACBEE}"/>
          </ac:spMkLst>
        </pc:spChg>
        <pc:picChg chg="add mod">
          <ac:chgData name="charitha Akula" userId="6891f4c6370ead51" providerId="Windows Live" clId="Web-{9D83032E-0BE2-4D61-B4B8-0BDB1635708D}" dt="2025-08-30T16:07:54.971" v="238" actId="1076"/>
          <ac:picMkLst>
            <pc:docMk/>
            <pc:sldMk cId="4041846184" sldId="259"/>
            <ac:picMk id="2" creationId="{49D296DD-E7EB-CC7C-62B2-0AFEF6BA37D6}"/>
          </ac:picMkLst>
        </pc:picChg>
      </pc:sldChg>
      <pc:sldChg chg="addSp delSp modSp new">
        <pc:chgData name="charitha Akula" userId="6891f4c6370ead51" providerId="Windows Live" clId="Web-{9D83032E-0BE2-4D61-B4B8-0BDB1635708D}" dt="2025-09-01T07:27:02.100" v="518" actId="20577"/>
        <pc:sldMkLst>
          <pc:docMk/>
          <pc:sldMk cId="4040734054" sldId="260"/>
        </pc:sldMkLst>
        <pc:spChg chg="mod">
          <ac:chgData name="charitha Akula" userId="6891f4c6370ead51" providerId="Windows Live" clId="Web-{9D83032E-0BE2-4D61-B4B8-0BDB1635708D}" dt="2025-09-01T07:27:02.100" v="518" actId="20577"/>
          <ac:spMkLst>
            <pc:docMk/>
            <pc:sldMk cId="4040734054" sldId="260"/>
            <ac:spMk id="3" creationId="{D043D76B-CAB4-7163-41CD-2CA60F967319}"/>
          </ac:spMkLst>
        </pc:spChg>
        <pc:picChg chg="add mod">
          <ac:chgData name="charitha Akula" userId="6891f4c6370ead51" providerId="Windows Live" clId="Web-{9D83032E-0BE2-4D61-B4B8-0BDB1635708D}" dt="2025-08-31T15:19:05.789" v="263" actId="1076"/>
          <ac:picMkLst>
            <pc:docMk/>
            <pc:sldMk cId="4040734054" sldId="260"/>
            <ac:picMk id="2" creationId="{B9065B7D-F281-5D70-D7B8-56FEE4DA98DD}"/>
          </ac:picMkLst>
        </pc:picChg>
        <pc:picChg chg="add del mod">
          <ac:chgData name="charitha Akula" userId="6891f4c6370ead51" providerId="Windows Live" clId="Web-{9D83032E-0BE2-4D61-B4B8-0BDB1635708D}" dt="2025-08-31T15:20:24.196" v="266"/>
          <ac:picMkLst>
            <pc:docMk/>
            <pc:sldMk cId="4040734054" sldId="260"/>
            <ac:picMk id="4" creationId="{C12AE887-5F72-40F7-72AC-39E18868A6F8}"/>
          </ac:picMkLst>
        </pc:picChg>
        <pc:picChg chg="add mod">
          <ac:chgData name="charitha Akula" userId="6891f4c6370ead51" providerId="Windows Live" clId="Web-{9D83032E-0BE2-4D61-B4B8-0BDB1635708D}" dt="2025-08-31T15:24:31.948" v="268" actId="1076"/>
          <ac:picMkLst>
            <pc:docMk/>
            <pc:sldMk cId="4040734054" sldId="260"/>
            <ac:picMk id="5" creationId="{AA01A124-02A3-2580-EF70-8F69576BE24F}"/>
          </ac:picMkLst>
        </pc:picChg>
        <pc:picChg chg="add mod">
          <ac:chgData name="charitha Akula" userId="6891f4c6370ead51" providerId="Windows Live" clId="Web-{9D83032E-0BE2-4D61-B4B8-0BDB1635708D}" dt="2025-08-31T15:26:07.062" v="270" actId="1076"/>
          <ac:picMkLst>
            <pc:docMk/>
            <pc:sldMk cId="4040734054" sldId="260"/>
            <ac:picMk id="6" creationId="{E1B2517F-D18D-C316-61ED-796D14BABD51}"/>
          </ac:picMkLst>
        </pc:picChg>
        <pc:picChg chg="add del mod">
          <ac:chgData name="charitha Akula" userId="6891f4c6370ead51" providerId="Windows Live" clId="Web-{9D83032E-0BE2-4D61-B4B8-0BDB1635708D}" dt="2025-08-31T15:32:44.103" v="281"/>
          <ac:picMkLst>
            <pc:docMk/>
            <pc:sldMk cId="4040734054" sldId="260"/>
            <ac:picMk id="7" creationId="{5CC6353E-F642-391B-01DB-ABE6A8E94BD8}"/>
          </ac:picMkLst>
        </pc:picChg>
        <pc:picChg chg="add del mod">
          <ac:chgData name="charitha Akula" userId="6891f4c6370ead51" providerId="Windows Live" clId="Web-{9D83032E-0BE2-4D61-B4B8-0BDB1635708D}" dt="2025-08-31T15:33:11.462" v="287"/>
          <ac:picMkLst>
            <pc:docMk/>
            <pc:sldMk cId="4040734054" sldId="260"/>
            <ac:picMk id="8" creationId="{5F3E29CD-0492-AFEA-822E-217FDFA8B577}"/>
          </ac:picMkLst>
        </pc:picChg>
      </pc:sldChg>
      <pc:sldChg chg="addSp delSp modSp new">
        <pc:chgData name="charitha Akula" userId="6891f4c6370ead51" providerId="Windows Live" clId="Web-{9D83032E-0BE2-4D61-B4B8-0BDB1635708D}" dt="2025-08-31T15:39:44.871" v="306" actId="14100"/>
        <pc:sldMkLst>
          <pc:docMk/>
          <pc:sldMk cId="4236615951" sldId="261"/>
        </pc:sldMkLst>
        <pc:spChg chg="del">
          <ac:chgData name="charitha Akula" userId="6891f4c6370ead51" providerId="Windows Live" clId="Web-{9D83032E-0BE2-4D61-B4B8-0BDB1635708D}" dt="2025-08-31T15:32:36.743" v="278"/>
          <ac:spMkLst>
            <pc:docMk/>
            <pc:sldMk cId="4236615951" sldId="261"/>
            <ac:spMk id="2" creationId="{0939CB4D-4363-2F9D-B23B-BBDC01C0FF62}"/>
          </ac:spMkLst>
        </pc:spChg>
        <pc:spChg chg="mod">
          <ac:chgData name="charitha Akula" userId="6891f4c6370ead51" providerId="Windows Live" clId="Web-{9D83032E-0BE2-4D61-B4B8-0BDB1635708D}" dt="2025-08-31T15:34:41.494" v="291" actId="20577"/>
          <ac:spMkLst>
            <pc:docMk/>
            <pc:sldMk cId="4236615951" sldId="261"/>
            <ac:spMk id="3" creationId="{F8D1072E-BE65-3F4D-FC9F-51B45B5DA881}"/>
          </ac:spMkLst>
        </pc:spChg>
        <pc:picChg chg="add mod">
          <ac:chgData name="charitha Akula" userId="6891f4c6370ead51" providerId="Windows Live" clId="Web-{9D83032E-0BE2-4D61-B4B8-0BDB1635708D}" dt="2025-08-31T15:38:46.168" v="297" actId="1076"/>
          <ac:picMkLst>
            <pc:docMk/>
            <pc:sldMk cId="4236615951" sldId="261"/>
            <ac:picMk id="4" creationId="{2147B768-FA55-5FCB-D47B-5EF84FB0E9DA}"/>
          </ac:picMkLst>
        </pc:picChg>
        <pc:picChg chg="add mod">
          <ac:chgData name="charitha Akula" userId="6891f4c6370ead51" providerId="Windows Live" clId="Web-{9D83032E-0BE2-4D61-B4B8-0BDB1635708D}" dt="2025-08-31T15:39:36.699" v="304" actId="1076"/>
          <ac:picMkLst>
            <pc:docMk/>
            <pc:sldMk cId="4236615951" sldId="261"/>
            <ac:picMk id="5" creationId="{D3345647-F19C-0F3C-ADFD-A89F44DE228C}"/>
          </ac:picMkLst>
        </pc:picChg>
        <pc:picChg chg="add mod">
          <ac:chgData name="charitha Akula" userId="6891f4c6370ead51" providerId="Windows Live" clId="Web-{9D83032E-0BE2-4D61-B4B8-0BDB1635708D}" dt="2025-08-31T15:39:44.871" v="306" actId="14100"/>
          <ac:picMkLst>
            <pc:docMk/>
            <pc:sldMk cId="4236615951" sldId="261"/>
            <ac:picMk id="6" creationId="{4AFE3658-1BF1-7D7C-A377-CDBA7A1D27AA}"/>
          </ac:picMkLst>
        </pc:picChg>
      </pc:sldChg>
      <pc:sldChg chg="addSp delSp modSp new">
        <pc:chgData name="charitha Akula" userId="6891f4c6370ead51" providerId="Windows Live" clId="Web-{9D83032E-0BE2-4D61-B4B8-0BDB1635708D}" dt="2025-09-01T07:27:09.241" v="519" actId="20577"/>
        <pc:sldMkLst>
          <pc:docMk/>
          <pc:sldMk cId="3000275133" sldId="262"/>
        </pc:sldMkLst>
        <pc:spChg chg="del">
          <ac:chgData name="charitha Akula" userId="6891f4c6370ead51" providerId="Windows Live" clId="Web-{9D83032E-0BE2-4D61-B4B8-0BDB1635708D}" dt="2025-08-31T15:35:32.041" v="296"/>
          <ac:spMkLst>
            <pc:docMk/>
            <pc:sldMk cId="3000275133" sldId="262"/>
            <ac:spMk id="2" creationId="{EEFF9376-15E4-8C58-77DB-2C6F53E1875D}"/>
          </ac:spMkLst>
        </pc:spChg>
        <pc:spChg chg="mod">
          <ac:chgData name="charitha Akula" userId="6891f4c6370ead51" providerId="Windows Live" clId="Web-{9D83032E-0BE2-4D61-B4B8-0BDB1635708D}" dt="2025-09-01T07:27:09.241" v="519" actId="20577"/>
          <ac:spMkLst>
            <pc:docMk/>
            <pc:sldMk cId="3000275133" sldId="262"/>
            <ac:spMk id="3" creationId="{0A83FBE0-7C65-C4FC-E05C-0DDFDE882E4C}"/>
          </ac:spMkLst>
        </pc:spChg>
        <pc:picChg chg="add mod">
          <ac:chgData name="charitha Akula" userId="6891f4c6370ead51" providerId="Windows Live" clId="Web-{9D83032E-0BE2-4D61-B4B8-0BDB1635708D}" dt="2025-08-31T17:34:57.505" v="325" actId="14100"/>
          <ac:picMkLst>
            <pc:docMk/>
            <pc:sldMk cId="3000275133" sldId="262"/>
            <ac:picMk id="2" creationId="{92281021-82BE-0C91-0ADA-427A7E9B2B4F}"/>
          </ac:picMkLst>
        </pc:picChg>
        <pc:picChg chg="add mod">
          <ac:chgData name="charitha Akula" userId="6891f4c6370ead51" providerId="Windows Live" clId="Web-{9D83032E-0BE2-4D61-B4B8-0BDB1635708D}" dt="2025-08-31T17:36:14.649" v="331" actId="14100"/>
          <ac:picMkLst>
            <pc:docMk/>
            <pc:sldMk cId="3000275133" sldId="262"/>
            <ac:picMk id="4" creationId="{8500A8F0-B808-71E8-A0E8-C3B30882893E}"/>
          </ac:picMkLst>
        </pc:picChg>
      </pc:sldChg>
      <pc:sldChg chg="addSp delSp modSp new">
        <pc:chgData name="charitha Akula" userId="6891f4c6370ead51" providerId="Windows Live" clId="Web-{9D83032E-0BE2-4D61-B4B8-0BDB1635708D}" dt="2025-09-01T07:27:12.319" v="520" actId="20577"/>
        <pc:sldMkLst>
          <pc:docMk/>
          <pc:sldMk cId="4224130138" sldId="263"/>
        </pc:sldMkLst>
        <pc:spChg chg="del">
          <ac:chgData name="charitha Akula" userId="6891f4c6370ead51" providerId="Windows Live" clId="Web-{9D83032E-0BE2-4D61-B4B8-0BDB1635708D}" dt="2025-08-31T17:41:05.149" v="333"/>
          <ac:spMkLst>
            <pc:docMk/>
            <pc:sldMk cId="4224130138" sldId="263"/>
            <ac:spMk id="2" creationId="{1ACC5531-263E-446E-AC16-C85F504386B1}"/>
          </ac:spMkLst>
        </pc:spChg>
        <pc:spChg chg="mod">
          <ac:chgData name="charitha Akula" userId="6891f4c6370ead51" providerId="Windows Live" clId="Web-{9D83032E-0BE2-4D61-B4B8-0BDB1635708D}" dt="2025-09-01T07:27:12.319" v="520" actId="20577"/>
          <ac:spMkLst>
            <pc:docMk/>
            <pc:sldMk cId="4224130138" sldId="263"/>
            <ac:spMk id="3" creationId="{49ED0FD7-1478-4829-13AD-0B3667C8327B}"/>
          </ac:spMkLst>
        </pc:spChg>
        <pc:picChg chg="add mod">
          <ac:chgData name="charitha Akula" userId="6891f4c6370ead51" providerId="Windows Live" clId="Web-{9D83032E-0BE2-4D61-B4B8-0BDB1635708D}" dt="2025-08-31T18:09:45.094" v="381" actId="1076"/>
          <ac:picMkLst>
            <pc:docMk/>
            <pc:sldMk cId="4224130138" sldId="263"/>
            <ac:picMk id="2" creationId="{041CF40F-C50B-4AFD-888F-8A7F2E0C2119}"/>
          </ac:picMkLst>
        </pc:picChg>
        <pc:picChg chg="add mod">
          <ac:chgData name="charitha Akula" userId="6891f4c6370ead51" providerId="Windows Live" clId="Web-{9D83032E-0BE2-4D61-B4B8-0BDB1635708D}" dt="2025-08-31T18:12:37.623" v="387" actId="1076"/>
          <ac:picMkLst>
            <pc:docMk/>
            <pc:sldMk cId="4224130138" sldId="263"/>
            <ac:picMk id="4" creationId="{89F81298-8F2B-5A8A-657A-DF2B8ABC14FB}"/>
          </ac:picMkLst>
        </pc:picChg>
      </pc:sldChg>
      <pc:sldChg chg="addSp delSp modSp new">
        <pc:chgData name="charitha Akula" userId="6891f4c6370ead51" providerId="Windows Live" clId="Web-{9D83032E-0BE2-4D61-B4B8-0BDB1635708D}" dt="2025-08-31T18:19:03.581" v="425" actId="1076"/>
        <pc:sldMkLst>
          <pc:docMk/>
          <pc:sldMk cId="694052401" sldId="264"/>
        </pc:sldMkLst>
        <pc:spChg chg="del">
          <ac:chgData name="charitha Akula" userId="6891f4c6370ead51" providerId="Windows Live" clId="Web-{9D83032E-0BE2-4D61-B4B8-0BDB1635708D}" dt="2025-08-31T18:13:22.938" v="389"/>
          <ac:spMkLst>
            <pc:docMk/>
            <pc:sldMk cId="694052401" sldId="264"/>
            <ac:spMk id="2" creationId="{286EAC6E-C152-2CE1-E79A-7621B3D18FD2}"/>
          </ac:spMkLst>
        </pc:spChg>
        <pc:spChg chg="mod">
          <ac:chgData name="charitha Akula" userId="6891f4c6370ead51" providerId="Windows Live" clId="Web-{9D83032E-0BE2-4D61-B4B8-0BDB1635708D}" dt="2025-08-31T18:17:59.547" v="417" actId="14100"/>
          <ac:spMkLst>
            <pc:docMk/>
            <pc:sldMk cId="694052401" sldId="264"/>
            <ac:spMk id="3" creationId="{608970AB-71D3-B8F1-8AA2-7A4C1E1711FD}"/>
          </ac:spMkLst>
        </pc:spChg>
        <pc:picChg chg="add mod">
          <ac:chgData name="charitha Akula" userId="6891f4c6370ead51" providerId="Windows Live" clId="Web-{9D83032E-0BE2-4D61-B4B8-0BDB1635708D}" dt="2025-08-31T18:18:03" v="418" actId="14100"/>
          <ac:picMkLst>
            <pc:docMk/>
            <pc:sldMk cId="694052401" sldId="264"/>
            <ac:picMk id="4" creationId="{B61685DD-31EF-77F9-4CC7-A1B72DD5F30A}"/>
          </ac:picMkLst>
        </pc:picChg>
        <pc:picChg chg="add mod">
          <ac:chgData name="charitha Akula" userId="6891f4c6370ead51" providerId="Windows Live" clId="Web-{9D83032E-0BE2-4D61-B4B8-0BDB1635708D}" dt="2025-08-31T18:19:03.581" v="425" actId="1076"/>
          <ac:picMkLst>
            <pc:docMk/>
            <pc:sldMk cId="694052401" sldId="264"/>
            <ac:picMk id="5" creationId="{802FAA8C-D495-4288-C070-5F25CB767FDC}"/>
          </ac:picMkLst>
        </pc:picChg>
      </pc:sldChg>
      <pc:sldChg chg="addSp delSp modSp new">
        <pc:chgData name="charitha Akula" userId="6891f4c6370ead51" providerId="Windows Live" clId="Web-{9D83032E-0BE2-4D61-B4B8-0BDB1635708D}" dt="2025-09-01T04:33:22.947" v="443" actId="1076"/>
        <pc:sldMkLst>
          <pc:docMk/>
          <pc:sldMk cId="1021830087" sldId="265"/>
        </pc:sldMkLst>
        <pc:spChg chg="del">
          <ac:chgData name="charitha Akula" userId="6891f4c6370ead51" providerId="Windows Live" clId="Web-{9D83032E-0BE2-4D61-B4B8-0BDB1635708D}" dt="2025-08-31T18:19:19.519" v="427"/>
          <ac:spMkLst>
            <pc:docMk/>
            <pc:sldMk cId="1021830087" sldId="265"/>
            <ac:spMk id="2" creationId="{A368B054-4CDD-9A5C-122F-D54F021729C2}"/>
          </ac:spMkLst>
        </pc:spChg>
        <pc:spChg chg="mod">
          <ac:chgData name="charitha Akula" userId="6891f4c6370ead51" providerId="Windows Live" clId="Web-{9D83032E-0BE2-4D61-B4B8-0BDB1635708D}" dt="2025-09-01T04:32:50.290" v="439" actId="14100"/>
          <ac:spMkLst>
            <pc:docMk/>
            <pc:sldMk cId="1021830087" sldId="265"/>
            <ac:spMk id="3" creationId="{A41F9825-1B3E-0C1F-F5BE-19ED63F74FBB}"/>
          </ac:spMkLst>
        </pc:spChg>
        <pc:picChg chg="add mod">
          <ac:chgData name="charitha Akula" userId="6891f4c6370ead51" providerId="Windows Live" clId="Web-{9D83032E-0BE2-4D61-B4B8-0BDB1635708D}" dt="2025-09-01T04:32:52.868" v="440" actId="1076"/>
          <ac:picMkLst>
            <pc:docMk/>
            <pc:sldMk cId="1021830087" sldId="265"/>
            <ac:picMk id="2" creationId="{4E45C334-F2FC-3DD8-2EFF-43A39A3D5695}"/>
          </ac:picMkLst>
        </pc:picChg>
        <pc:picChg chg="add mod">
          <ac:chgData name="charitha Akula" userId="6891f4c6370ead51" providerId="Windows Live" clId="Web-{9D83032E-0BE2-4D61-B4B8-0BDB1635708D}" dt="2025-09-01T04:33:22.947" v="443" actId="1076"/>
          <ac:picMkLst>
            <pc:docMk/>
            <pc:sldMk cId="1021830087" sldId="265"/>
            <ac:picMk id="4" creationId="{13CB23E9-0B51-BF01-87B9-BA4EF6F0702B}"/>
          </ac:picMkLst>
        </pc:picChg>
      </pc:sldChg>
      <pc:sldChg chg="addSp delSp modSp new">
        <pc:chgData name="charitha Akula" userId="6891f4c6370ead51" providerId="Windows Live" clId="Web-{9D83032E-0BE2-4D61-B4B8-0BDB1635708D}" dt="2025-09-01T07:27:18.444" v="521" actId="20577"/>
        <pc:sldMkLst>
          <pc:docMk/>
          <pc:sldMk cId="2508394990" sldId="266"/>
        </pc:sldMkLst>
        <pc:spChg chg="del">
          <ac:chgData name="charitha Akula" userId="6891f4c6370ead51" providerId="Windows Live" clId="Web-{9D83032E-0BE2-4D61-B4B8-0BDB1635708D}" dt="2025-09-01T04:45:34.284" v="445"/>
          <ac:spMkLst>
            <pc:docMk/>
            <pc:sldMk cId="2508394990" sldId="266"/>
            <ac:spMk id="2" creationId="{7E2EABAE-2E4A-4AF8-9F12-B391DE950635}"/>
          </ac:spMkLst>
        </pc:spChg>
        <pc:spChg chg="mod">
          <ac:chgData name="charitha Akula" userId="6891f4c6370ead51" providerId="Windows Live" clId="Web-{9D83032E-0BE2-4D61-B4B8-0BDB1635708D}" dt="2025-09-01T07:27:18.444" v="521" actId="20577"/>
          <ac:spMkLst>
            <pc:docMk/>
            <pc:sldMk cId="2508394990" sldId="266"/>
            <ac:spMk id="3" creationId="{54DCE5EF-9681-0833-89E5-81B6122ACF62}"/>
          </ac:spMkLst>
        </pc:spChg>
        <pc:picChg chg="add mod">
          <ac:chgData name="charitha Akula" userId="6891f4c6370ead51" providerId="Windows Live" clId="Web-{9D83032E-0BE2-4D61-B4B8-0BDB1635708D}" dt="2025-09-01T04:52:23.720" v="481" actId="14100"/>
          <ac:picMkLst>
            <pc:docMk/>
            <pc:sldMk cId="2508394990" sldId="266"/>
            <ac:picMk id="4" creationId="{51615A3D-A24F-F80C-92F6-45976EFDDD0B}"/>
          </ac:picMkLst>
        </pc:picChg>
      </pc:sldChg>
      <pc:sldChg chg="addSp delSp modSp new">
        <pc:chgData name="charitha Akula" userId="6891f4c6370ead51" providerId="Windows Live" clId="Web-{9D83032E-0BE2-4D61-B4B8-0BDB1635708D}" dt="2025-09-01T07:27:23.070" v="522" actId="20577"/>
        <pc:sldMkLst>
          <pc:docMk/>
          <pc:sldMk cId="248464428" sldId="267"/>
        </pc:sldMkLst>
        <pc:spChg chg="del">
          <ac:chgData name="charitha Akula" userId="6891f4c6370ead51" providerId="Windows Live" clId="Web-{9D83032E-0BE2-4D61-B4B8-0BDB1635708D}" dt="2025-09-01T04:53:01.878" v="483"/>
          <ac:spMkLst>
            <pc:docMk/>
            <pc:sldMk cId="248464428" sldId="267"/>
            <ac:spMk id="2" creationId="{F498645C-02B0-57D4-BC84-B075A4AE3917}"/>
          </ac:spMkLst>
        </pc:spChg>
        <pc:spChg chg="del mod">
          <ac:chgData name="charitha Akula" userId="6891f4c6370ead51" providerId="Windows Live" clId="Web-{9D83032E-0BE2-4D61-B4B8-0BDB1635708D}" dt="2025-09-01T05:00:04.705" v="485"/>
          <ac:spMkLst>
            <pc:docMk/>
            <pc:sldMk cId="248464428" sldId="267"/>
            <ac:spMk id="3" creationId="{F4DE50E1-F742-2407-833F-DE1FC7787A02}"/>
          </ac:spMkLst>
        </pc:spChg>
        <pc:spChg chg="add mod">
          <ac:chgData name="charitha Akula" userId="6891f4c6370ead51" providerId="Windows Live" clId="Web-{9D83032E-0BE2-4D61-B4B8-0BDB1635708D}" dt="2025-09-01T07:27:23.070" v="522" actId="20577"/>
          <ac:spMkLst>
            <pc:docMk/>
            <pc:sldMk cId="248464428" sldId="267"/>
            <ac:spMk id="6" creationId="{1F7D2CFA-9445-6669-C8FE-45CA1B024BEF}"/>
          </ac:spMkLst>
        </pc:spChg>
        <pc:picChg chg="add del mod ord">
          <ac:chgData name="charitha Akula" userId="6891f4c6370ead51" providerId="Windows Live" clId="Web-{9D83032E-0BE2-4D61-B4B8-0BDB1635708D}" dt="2025-09-01T05:00:05.939" v="486"/>
          <ac:picMkLst>
            <pc:docMk/>
            <pc:sldMk cId="248464428" sldId="267"/>
            <ac:picMk id="4" creationId="{1F34FD01-BB01-579B-A978-4F19DFBD695E}"/>
          </ac:picMkLst>
        </pc:picChg>
        <pc:picChg chg="add mod">
          <ac:chgData name="charitha Akula" userId="6891f4c6370ead51" providerId="Windows Live" clId="Web-{9D83032E-0BE2-4D61-B4B8-0BDB1635708D}" dt="2025-09-01T05:25:32.553" v="499" actId="14100"/>
          <ac:picMkLst>
            <pc:docMk/>
            <pc:sldMk cId="248464428" sldId="267"/>
            <ac:picMk id="7" creationId="{63B3F31C-5C18-8D95-28AA-ED14D4809640}"/>
          </ac:picMkLst>
        </pc:picChg>
        <pc:picChg chg="add mod">
          <ac:chgData name="charitha Akula" userId="6891f4c6370ead51" providerId="Windows Live" clId="Web-{9D83032E-0BE2-4D61-B4B8-0BDB1635708D}" dt="2025-09-01T05:26:49.915" v="504" actId="14100"/>
          <ac:picMkLst>
            <pc:docMk/>
            <pc:sldMk cId="248464428" sldId="267"/>
            <ac:picMk id="8" creationId="{1B2F24C5-CF99-B8AA-8F11-E2764F927C06}"/>
          </ac:picMkLst>
        </pc:picChg>
      </pc:sldChg>
      <pc:sldChg chg="delSp modSp new">
        <pc:chgData name="charitha Akula" userId="6891f4c6370ead51" providerId="Windows Live" clId="Web-{9D83032E-0BE2-4D61-B4B8-0BDB1635708D}" dt="2025-09-01T07:28:17.808" v="528" actId="20577"/>
        <pc:sldMkLst>
          <pc:docMk/>
          <pc:sldMk cId="311813537" sldId="268"/>
        </pc:sldMkLst>
        <pc:spChg chg="del">
          <ac:chgData name="charitha Akula" userId="6891f4c6370ead51" providerId="Windows Live" clId="Web-{9D83032E-0BE2-4D61-B4B8-0BDB1635708D}" dt="2025-09-01T05:54:02.622" v="506"/>
          <ac:spMkLst>
            <pc:docMk/>
            <pc:sldMk cId="311813537" sldId="268"/>
            <ac:spMk id="2" creationId="{E0E0D4DE-2F23-780A-334B-7502ABE63099}"/>
          </ac:spMkLst>
        </pc:spChg>
        <pc:spChg chg="mod">
          <ac:chgData name="charitha Akula" userId="6891f4c6370ead51" providerId="Windows Live" clId="Web-{9D83032E-0BE2-4D61-B4B8-0BDB1635708D}" dt="2025-09-01T07:28:17.808" v="528" actId="20577"/>
          <ac:spMkLst>
            <pc:docMk/>
            <pc:sldMk cId="311813537" sldId="268"/>
            <ac:spMk id="3" creationId="{CB0945A5-785F-6663-3F00-DEAB2D3B1005}"/>
          </ac:spMkLst>
        </pc:spChg>
      </pc:sldChg>
      <pc:sldChg chg="delSp modSp new">
        <pc:chgData name="charitha Akula" userId="6891f4c6370ead51" providerId="Windows Live" clId="Web-{9D83032E-0BE2-4D61-B4B8-0BDB1635708D}" dt="2025-09-01T07:29:45.345" v="548" actId="20577"/>
        <pc:sldMkLst>
          <pc:docMk/>
          <pc:sldMk cId="3029854268" sldId="269"/>
        </pc:sldMkLst>
        <pc:spChg chg="del">
          <ac:chgData name="charitha Akula" userId="6891f4c6370ead51" providerId="Windows Live" clId="Web-{9D83032E-0BE2-4D61-B4B8-0BDB1635708D}" dt="2025-09-01T07:28:26.449" v="530"/>
          <ac:spMkLst>
            <pc:docMk/>
            <pc:sldMk cId="3029854268" sldId="269"/>
            <ac:spMk id="2" creationId="{9E5A9BFF-F9E6-25E8-5CCF-DB90131D3FD6}"/>
          </ac:spMkLst>
        </pc:spChg>
        <pc:spChg chg="mod">
          <ac:chgData name="charitha Akula" userId="6891f4c6370ead51" providerId="Windows Live" clId="Web-{9D83032E-0BE2-4D61-B4B8-0BDB1635708D}" dt="2025-09-01T07:29:45.345" v="548" actId="20577"/>
          <ac:spMkLst>
            <pc:docMk/>
            <pc:sldMk cId="3029854268" sldId="269"/>
            <ac:spMk id="3" creationId="{8CE31DA5-DAF9-3890-BDB1-C7DEEB0247E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9/1/2025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1239381"/>
          </a:xfrm>
        </p:spPr>
        <p:txBody>
          <a:bodyPr/>
          <a:lstStyle/>
          <a:p>
            <a:r>
              <a:rPr lang="en-US" dirty="0"/>
              <a:t>Used Car Price Analysis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44422"/>
            <a:ext cx="9144000" cy="57017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Data Scraping, Cleaning, and Visualization using Python &amp; Power BI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D9CABAF-1346-F7A8-A535-B99B8C0C66A7}"/>
              </a:ext>
            </a:extLst>
          </p:cNvPr>
          <p:cNvSpPr txBox="1"/>
          <p:nvPr/>
        </p:nvSpPr>
        <p:spPr>
          <a:xfrm flipH="1">
            <a:off x="8673192" y="4716235"/>
            <a:ext cx="28602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Presented By:</a:t>
            </a:r>
          </a:p>
          <a:p>
            <a:r>
              <a:rPr lang="en-US" dirty="0"/>
              <a:t>Charitha Akula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3F525-2071-66DE-4F0C-EDC07E1721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F33440-1E60-63D1-9C7E-7BF87508F6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sz="2600" b="1" dirty="0">
                <a:ea typeface="+mn-lt"/>
                <a:cs typeface="+mn-lt"/>
              </a:rPr>
              <a:t>Purpose of project:</a:t>
            </a:r>
            <a:r>
              <a:rPr lang="en-US" sz="2600" dirty="0">
                <a:ea typeface="+mn-lt"/>
                <a:cs typeface="+mn-lt"/>
              </a:rPr>
              <a:t> </a:t>
            </a:r>
            <a:r>
              <a:rPr lang="en-US" sz="2400" dirty="0">
                <a:ea typeface="+mn-lt"/>
                <a:cs typeface="+mn-lt"/>
              </a:rPr>
              <a:t>analyzing used car prices in Hyderabad</a:t>
            </a:r>
            <a:endParaRPr lang="en-US" sz="2400" dirty="0"/>
          </a:p>
          <a:p>
            <a:endParaRPr lang="en-US" sz="2600" dirty="0"/>
          </a:p>
          <a:p>
            <a:r>
              <a:rPr lang="en-US" sz="2600" b="1" dirty="0">
                <a:ea typeface="+mn-lt"/>
                <a:cs typeface="+mn-lt"/>
              </a:rPr>
              <a:t>Objective &amp; Goals:</a:t>
            </a:r>
            <a:endParaRPr lang="en-US" sz="2600" b="1" dirty="0"/>
          </a:p>
          <a:p>
            <a:pPr lvl="1"/>
            <a:r>
              <a:rPr lang="en-US" dirty="0">
                <a:ea typeface="+mn-lt"/>
                <a:cs typeface="+mn-lt"/>
              </a:rPr>
              <a:t>Scrape real-world data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Clean &amp; preprocess data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Visualize insights using Python &amp; Power BI</a:t>
            </a:r>
            <a:endParaRPr lang="en-US"/>
          </a:p>
          <a:p>
            <a:pPr lvl="1"/>
            <a:r>
              <a:rPr lang="en-US" dirty="0">
                <a:ea typeface="+mn-lt"/>
                <a:cs typeface="+mn-lt"/>
              </a:rPr>
              <a:t>Provide recommendations</a:t>
            </a:r>
            <a:endParaRPr lang="en-US"/>
          </a:p>
          <a:p>
            <a:pPr lvl="1"/>
            <a:endParaRPr lang="en-US" dirty="0"/>
          </a:p>
          <a:p>
            <a:pPr>
              <a:buFont typeface="Arial"/>
              <a:buChar char="•"/>
            </a:pPr>
            <a:r>
              <a:rPr lang="en-US" sz="2600" b="1"/>
              <a:t>Tools &amp; Technologies:</a:t>
            </a:r>
            <a:endParaRPr lang="en-US" sz="2600"/>
          </a:p>
          <a:p>
            <a:pPr>
              <a:buFont typeface="Arial"/>
              <a:buChar char="•"/>
            </a:pPr>
            <a:r>
              <a:rPr lang="en-US" b="1"/>
              <a:t>Python: </a:t>
            </a:r>
            <a:r>
              <a:rPr lang="en-US"/>
              <a:t>for web scraping, data cleaning, data manipulation.</a:t>
            </a:r>
          </a:p>
          <a:p>
            <a:pPr>
              <a:buFont typeface="Arial"/>
              <a:buChar char="•"/>
            </a:pPr>
            <a:r>
              <a:rPr lang="en-US" b="1"/>
              <a:t>Libraries:</a:t>
            </a:r>
            <a:r>
              <a:rPr lang="en-US"/>
              <a:t> Pandas, Requests, </a:t>
            </a:r>
            <a:r>
              <a:rPr lang="en-US" err="1"/>
              <a:t>BeautifulSoup</a:t>
            </a:r>
            <a:r>
              <a:rPr lang="en-US"/>
              <a:t>, </a:t>
            </a:r>
            <a:r>
              <a:rPr lang="en-US" err="1"/>
              <a:t>ThreadPoolExecutor</a:t>
            </a:r>
            <a:r>
              <a:rPr lang="en-US"/>
              <a:t>, Matplotlib.</a:t>
            </a:r>
          </a:p>
          <a:p>
            <a:pPr>
              <a:buFont typeface="Arial"/>
              <a:buChar char="•"/>
            </a:pPr>
            <a:r>
              <a:rPr lang="en-US" b="1"/>
              <a:t>Power BI: </a:t>
            </a:r>
            <a:r>
              <a:rPr lang="en-US"/>
              <a:t>for dashboards, drill-through, and interactive analysis.</a:t>
            </a:r>
          </a:p>
          <a:p>
            <a:pPr marL="457200" lvl="1" indent="0">
              <a:buNone/>
            </a:pP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0" indent="0">
              <a:buNone/>
            </a:pPr>
            <a:endParaRPr lang="en-US" sz="2600" dirty="0"/>
          </a:p>
        </p:txBody>
      </p:sp>
    </p:spTree>
    <p:extLst>
      <p:ext uri="{BB962C8B-B14F-4D97-AF65-F5344CB8AC3E}">
        <p14:creationId xmlns:p14="http://schemas.microsoft.com/office/powerpoint/2010/main" val="1452074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0C40A5-1F03-7291-EA59-6AD198CAC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/>
              <a:t>Data collection (Python Web Scrapping)</a:t>
            </a:r>
          </a:p>
          <a:p>
            <a:r>
              <a:rPr lang="en-US" sz="2400" b="1" dirty="0">
                <a:ea typeface="+mn-lt"/>
                <a:cs typeface="+mn-lt"/>
              </a:rPr>
              <a:t>Source:</a:t>
            </a:r>
            <a:r>
              <a:rPr lang="en-US" sz="2400" dirty="0">
                <a:ea typeface="+mn-lt"/>
                <a:cs typeface="+mn-lt"/>
              </a:rPr>
              <a:t> Car Dekho – Used Cars in Hyderabad</a:t>
            </a:r>
            <a:endParaRPr lang="en-US" sz="2400" i="1" dirty="0"/>
          </a:p>
          <a:p>
            <a:r>
              <a:rPr lang="en-US" sz="2400" b="1" dirty="0">
                <a:ea typeface="+mn-lt"/>
                <a:cs typeface="+mn-lt"/>
              </a:rPr>
              <a:t>Method:</a:t>
            </a:r>
            <a:r>
              <a:rPr lang="en-US" sz="2400" dirty="0">
                <a:ea typeface="+mn-lt"/>
                <a:cs typeface="+mn-lt"/>
              </a:rPr>
              <a:t> </a:t>
            </a:r>
            <a:r>
              <a:rPr lang="en-US" dirty="0"/>
              <a:t>requests</a:t>
            </a:r>
            <a:r>
              <a:rPr lang="en-US" sz="2400" dirty="0">
                <a:ea typeface="+mn-lt"/>
                <a:cs typeface="+mn-lt"/>
              </a:rPr>
              <a:t> + </a:t>
            </a:r>
            <a:r>
              <a:rPr lang="en-US" err="1"/>
              <a:t>BeautifulSoup</a:t>
            </a:r>
            <a:endParaRPr lang="en-US"/>
          </a:p>
          <a:p>
            <a:r>
              <a:rPr lang="en-US" sz="2400" dirty="0">
                <a:ea typeface="+mn-lt"/>
                <a:cs typeface="+mn-lt"/>
              </a:rPr>
              <a:t>Multi-page scraping with loop (page 1–3)</a:t>
            </a:r>
            <a:endParaRPr lang="en-US" sz="2400"/>
          </a:p>
          <a:p>
            <a:r>
              <a:rPr lang="en-US" sz="2400" b="1" dirty="0">
                <a:ea typeface="+mn-lt"/>
                <a:cs typeface="+mn-lt"/>
              </a:rPr>
              <a:t>Extracted features:</a:t>
            </a:r>
            <a:r>
              <a:rPr lang="en-US" sz="2400" dirty="0">
                <a:ea typeface="+mn-lt"/>
                <a:cs typeface="+mn-lt"/>
              </a:rPr>
              <a:t> Title, Price, KM Driven, Fuel, Transmission, Owner, EMI</a:t>
            </a:r>
            <a:endParaRPr lang="en-US" sz="2400"/>
          </a:p>
          <a:p>
            <a:endParaRPr lang="en-US" dirty="0"/>
          </a:p>
        </p:txBody>
      </p:sp>
      <p:pic>
        <p:nvPicPr>
          <p:cNvPr id="2" name="Picture 1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9D296DD-E7EB-CC7C-62B2-0AFEF6BA37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8129" y="4536379"/>
            <a:ext cx="10086975" cy="1543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184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43D76B-CAB4-7163-41CD-2CA60F967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145" y="228558"/>
            <a:ext cx="10950583" cy="277514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/>
              <a:t>Data Cleaning:</a:t>
            </a:r>
          </a:p>
          <a:p>
            <a:r>
              <a:rPr lang="en-US" sz="2400" dirty="0">
                <a:ea typeface="+mn-lt"/>
                <a:cs typeface="+mn-lt"/>
              </a:rPr>
              <a:t>Converted Price from Lakh/Crore → Numeric ₹ value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Removed commas in KM Driven → Numeric field</a:t>
            </a:r>
            <a:endParaRPr lang="en-US" sz="2400"/>
          </a:p>
          <a:p>
            <a:r>
              <a:rPr lang="en-US" sz="2400" dirty="0">
                <a:ea typeface="+mn-lt"/>
                <a:cs typeface="+mn-lt"/>
              </a:rPr>
              <a:t>Standardized categorical fields (Fuel, Transmission, Owner)</a:t>
            </a:r>
            <a:endParaRPr lang="en-US" sz="2400"/>
          </a:p>
          <a:p>
            <a:endParaRPr lang="en-US" dirty="0"/>
          </a:p>
        </p:txBody>
      </p:sp>
      <p:pic>
        <p:nvPicPr>
          <p:cNvPr id="2" name="Picture 1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B9065B7D-F281-5D70-D7B8-56FEE4DA9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776" y="2252140"/>
            <a:ext cx="7381875" cy="600075"/>
          </a:xfrm>
          <a:prstGeom prst="rect">
            <a:avLst/>
          </a:prstGeom>
        </p:spPr>
      </p:pic>
      <p:pic>
        <p:nvPicPr>
          <p:cNvPr id="5" name="Picture 4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AA01A124-02A3-2580-EF70-8F69576BE2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228" y="3264465"/>
            <a:ext cx="7305675" cy="1009650"/>
          </a:xfrm>
          <a:prstGeom prst="rect">
            <a:avLst/>
          </a:prstGeom>
        </p:spPr>
      </p:pic>
      <p:pic>
        <p:nvPicPr>
          <p:cNvPr id="6" name="Picture 5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E1B2517F-D18D-C316-61ED-796D14BABD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216" y="4524133"/>
            <a:ext cx="9077325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340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1072E-BE65-3F4D-FC9F-51B45B5DA8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/>
              <a:t>Handled missing values → replaced with “nil” / 0</a:t>
            </a:r>
          </a:p>
          <a:p>
            <a:r>
              <a:rPr lang="en-US" sz="2200" dirty="0"/>
              <a:t>Extracted </a:t>
            </a:r>
            <a:r>
              <a:rPr lang="en-US" sz="2200" b="1" dirty="0"/>
              <a:t>Brand Name</a:t>
            </a:r>
            <a:r>
              <a:rPr lang="en-US" sz="2200" dirty="0"/>
              <a:t> from Title</a:t>
            </a:r>
          </a:p>
          <a:p>
            <a:endParaRPr lang="en-US" sz="2200" dirty="0"/>
          </a:p>
          <a:p>
            <a:endParaRPr lang="en-US" sz="2200" dirty="0"/>
          </a:p>
          <a:p>
            <a:endParaRPr lang="en-US" dirty="0"/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2147B768-FA55-5FCB-D47B-5EF84FB0E9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617" y="1130753"/>
            <a:ext cx="4314825" cy="1657350"/>
          </a:xfrm>
          <a:prstGeom prst="rect">
            <a:avLst/>
          </a:prstGeom>
        </p:spPr>
      </p:pic>
      <p:pic>
        <p:nvPicPr>
          <p:cNvPr id="5" name="Picture 4" descr="A computer screen shot of text&#10;&#10;AI-generated content may be incorrect.">
            <a:extLst>
              <a:ext uri="{FF2B5EF4-FFF2-40B4-BE49-F238E27FC236}">
                <a16:creationId xmlns:a16="http://schemas.microsoft.com/office/drawing/2014/main" id="{D3345647-F19C-0F3C-ADFD-A89F44DE2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484" y="2783342"/>
            <a:ext cx="5003347" cy="1715861"/>
          </a:xfrm>
          <a:prstGeom prst="rect">
            <a:avLst/>
          </a:prstGeom>
        </p:spPr>
      </p:pic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4AFE3658-1BF1-7D7C-A377-CDBA7A1D27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6861" y="2955472"/>
            <a:ext cx="4895851" cy="3679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6615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83FBE0-7C65-C4FC-E05C-0DDFDE882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/>
              <a:t>Data Storage:</a:t>
            </a:r>
          </a:p>
          <a:p>
            <a:r>
              <a:rPr lang="en-US" sz="2400" dirty="0">
                <a:ea typeface="+mn-lt"/>
                <a:cs typeface="+mn-lt"/>
              </a:rPr>
              <a:t>Raw data saved as </a:t>
            </a:r>
            <a:r>
              <a:rPr lang="en-US" sz="2400" dirty="0">
                <a:latin typeface="Aptos"/>
              </a:rPr>
              <a:t>cardekho_used_cars_fixed_final.csv</a:t>
            </a:r>
          </a:p>
          <a:p>
            <a:r>
              <a:rPr lang="en-US" sz="2400" dirty="0">
                <a:ea typeface="+mn-lt"/>
                <a:cs typeface="+mn-lt"/>
              </a:rPr>
              <a:t>Cleaned data saved as </a:t>
            </a:r>
            <a:r>
              <a:rPr lang="en-US" sz="2400" dirty="0">
                <a:latin typeface="Aptos"/>
              </a:rPr>
              <a:t>cardekho_used_cars_cleaned_with_brand.csv</a:t>
            </a:r>
          </a:p>
          <a:p>
            <a:endParaRPr lang="en-US" b="1" dirty="0"/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2281021-82BE-0C91-0ADA-427A7E9B2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731" y="3197679"/>
            <a:ext cx="4020913" cy="3434443"/>
          </a:xfrm>
          <a:prstGeom prst="rect">
            <a:avLst/>
          </a:prstGeom>
        </p:spPr>
      </p:pic>
      <p:pic>
        <p:nvPicPr>
          <p:cNvPr id="4" name="Picture 3" descr="A screenshot of a table&#10;&#10;AI-generated content may be incorrect.">
            <a:extLst>
              <a:ext uri="{FF2B5EF4-FFF2-40B4-BE49-F238E27FC236}">
                <a16:creationId xmlns:a16="http://schemas.microsoft.com/office/drawing/2014/main" id="{8500A8F0-B808-71E8-A0E8-C3B3088289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9160" y="3198359"/>
            <a:ext cx="4260397" cy="3433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2751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D0FD7-1478-4829-13AD-0B3667C832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>
                <a:ea typeface="+mn-lt"/>
                <a:cs typeface="+mn-lt"/>
              </a:rPr>
              <a:t>Exploratory Data Analysis (Python):</a:t>
            </a:r>
          </a:p>
          <a:p>
            <a:r>
              <a:rPr lang="en-US" sz="2600" dirty="0">
                <a:ea typeface="+mn-lt"/>
                <a:cs typeface="+mn-lt"/>
              </a:rPr>
              <a:t>Average price by fuel type</a:t>
            </a:r>
            <a:endParaRPr lang="en-US" dirty="0"/>
          </a:p>
          <a:p>
            <a:r>
              <a:rPr lang="en-US" sz="2400" dirty="0">
                <a:latin typeface="Aptos"/>
              </a:rPr>
              <a:t>Price vs KM Driven</a:t>
            </a:r>
          </a:p>
          <a:p>
            <a:endParaRPr lang="en-US" sz="2400" dirty="0"/>
          </a:p>
          <a:p>
            <a:endParaRPr lang="en-US" sz="2600" dirty="0"/>
          </a:p>
          <a:p>
            <a:endParaRPr lang="en-US" sz="2600" b="1" dirty="0"/>
          </a:p>
        </p:txBody>
      </p:sp>
      <p:pic>
        <p:nvPicPr>
          <p:cNvPr id="2" name="Picture 1" descr="A graph of a graph showing the average price of fuel type&#10;&#10;AI-generated content may be incorrect.">
            <a:extLst>
              <a:ext uri="{FF2B5EF4-FFF2-40B4-BE49-F238E27FC236}">
                <a16:creationId xmlns:a16="http://schemas.microsoft.com/office/drawing/2014/main" id="{041CF40F-C50B-4AFD-888F-8A7F2E0C21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943" y="3173186"/>
            <a:ext cx="4376058" cy="3276600"/>
          </a:xfrm>
          <a:prstGeom prst="rect">
            <a:avLst/>
          </a:prstGeom>
        </p:spPr>
      </p:pic>
      <p:pic>
        <p:nvPicPr>
          <p:cNvPr id="4" name="Picture 3" descr="A graph with blue dots&#10;&#10;AI-generated content may be incorrect.">
            <a:extLst>
              <a:ext uri="{FF2B5EF4-FFF2-40B4-BE49-F238E27FC236}">
                <a16:creationId xmlns:a16="http://schemas.microsoft.com/office/drawing/2014/main" id="{89F81298-8F2B-5A8A-657A-DF2B8ABC1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5257" y="3173186"/>
            <a:ext cx="4386944" cy="3265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130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8970AB-71D3-B8F1-8AA2-7A4C1E1711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5" y="1825625"/>
            <a:ext cx="10678885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ptos"/>
              </a:rPr>
              <a:t>Avg Price by Brand</a:t>
            </a:r>
          </a:p>
          <a:p>
            <a:r>
              <a:rPr lang="en-US" sz="2400" dirty="0"/>
              <a:t>Count of Title by Owner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graph with green squares&#10;&#10;AI-generated content may be incorrect.">
            <a:extLst>
              <a:ext uri="{FF2B5EF4-FFF2-40B4-BE49-F238E27FC236}">
                <a16:creationId xmlns:a16="http://schemas.microsoft.com/office/drawing/2014/main" id="{B61685DD-31EF-77F9-4CC7-A1B72DD5F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15" y="2781300"/>
            <a:ext cx="5617029" cy="3058887"/>
          </a:xfrm>
          <a:prstGeom prst="rect">
            <a:avLst/>
          </a:prstGeom>
        </p:spPr>
      </p:pic>
      <p:pic>
        <p:nvPicPr>
          <p:cNvPr id="5" name="Picture 4" descr="A blue circle with orange and blue text&#10;&#10;AI-generated content may be incorrect.">
            <a:extLst>
              <a:ext uri="{FF2B5EF4-FFF2-40B4-BE49-F238E27FC236}">
                <a16:creationId xmlns:a16="http://schemas.microsoft.com/office/drawing/2014/main" id="{802FAA8C-D495-4288-C070-5F25CB767F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4215" y="2639786"/>
            <a:ext cx="3331029" cy="3320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052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F9825-1B3E-0C1F-F5BE-19ED63F74F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09197"/>
            <a:ext cx="10515600" cy="51677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400" dirty="0">
                <a:latin typeface="Aptos"/>
              </a:rPr>
              <a:t>Avg Price vs Transmission</a:t>
            </a:r>
          </a:p>
          <a:p>
            <a:r>
              <a:rPr lang="en-US" sz="2400" dirty="0">
                <a:latin typeface="Aptos"/>
              </a:rPr>
              <a:t>Count of Title by Transmission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2" name="Picture 1" descr="A graph of a number of orange rectangular objects&#10;&#10;AI-generated content may be incorrect.">
            <a:extLst>
              <a:ext uri="{FF2B5EF4-FFF2-40B4-BE49-F238E27FC236}">
                <a16:creationId xmlns:a16="http://schemas.microsoft.com/office/drawing/2014/main" id="{4E45C334-F2FC-3DD8-2EFF-43A39A3D56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3729"/>
            <a:ext cx="5007429" cy="3755572"/>
          </a:xfrm>
          <a:prstGeom prst="rect">
            <a:avLst/>
          </a:prstGeom>
        </p:spPr>
      </p:pic>
      <p:pic>
        <p:nvPicPr>
          <p:cNvPr id="4" name="Picture 3" descr="A graph of a number of cars&#10;&#10;AI-generated content may be incorrect.">
            <a:extLst>
              <a:ext uri="{FF2B5EF4-FFF2-40B4-BE49-F238E27FC236}">
                <a16:creationId xmlns:a16="http://schemas.microsoft.com/office/drawing/2014/main" id="{13CB23E9-0B51-BF01-87B9-BA4EF6F07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5629" y="2073729"/>
            <a:ext cx="4441372" cy="3363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830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CE5EF-9681-0833-89E5-81B6122A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858" y="520831"/>
            <a:ext cx="11277599" cy="633462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/>
              <a:t>Power BI Dashboard (Main View):</a:t>
            </a:r>
          </a:p>
          <a:p>
            <a:r>
              <a:rPr lang="en-US" sz="2400" dirty="0">
                <a:ea typeface="+mn-lt"/>
                <a:cs typeface="+mn-lt"/>
              </a:rPr>
              <a:t>KPIs: Average Price, Total Cars, Distribution by Fuel/Brand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Visuals: Donut, Bar, Clustered Column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Applied slicers: Fuel, Transmission, Brand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Unified color scheme</a:t>
            </a:r>
            <a:endParaRPr lang="en-US" dirty="0"/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4" name="Picture 3" descr="A screenshot of a graph&#10;&#10;AI-generated content may be incorrect.">
            <a:extLst>
              <a:ext uri="{FF2B5EF4-FFF2-40B4-BE49-F238E27FC236}">
                <a16:creationId xmlns:a16="http://schemas.microsoft.com/office/drawing/2014/main" id="{51615A3D-A24F-F80C-92F6-45976EFDDD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9071" y="2382192"/>
            <a:ext cx="7486650" cy="3971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949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F7D2CFA-9445-6669-C8FE-45CA1B024B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8474" y="301625"/>
            <a:ext cx="11465490" cy="5875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/>
              <a:t>Drill-Through in Power BI:</a:t>
            </a:r>
            <a:endParaRPr lang="en-US" sz="2600" dirty="0"/>
          </a:p>
          <a:p>
            <a:r>
              <a:rPr lang="en-US" sz="2400" dirty="0">
                <a:ea typeface="+mn-lt"/>
                <a:cs typeface="+mn-lt"/>
              </a:rPr>
              <a:t>Created </a:t>
            </a:r>
            <a:r>
              <a:rPr lang="en-US" sz="2400" b="1" dirty="0">
                <a:ea typeface="+mn-lt"/>
                <a:cs typeface="+mn-lt"/>
              </a:rPr>
              <a:t>Car Insights Page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Users can right-click on Brand/Fuel → See details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Drill-through filter applied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Example: Hyundai drill-through → shows average price, KM driven, EMI</a:t>
            </a:r>
            <a:endParaRPr lang="en-US" sz="2400" dirty="0"/>
          </a:p>
          <a:p>
            <a:endParaRPr lang="en-US" sz="2400" dirty="0"/>
          </a:p>
          <a:p>
            <a:endParaRPr lang="en-US" sz="2600" dirty="0"/>
          </a:p>
          <a:p>
            <a:endParaRPr lang="en-US" sz="2600" dirty="0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3B3F31C-5C18-8D95-28AA-ED14D48096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286" y="2652742"/>
            <a:ext cx="6520543" cy="3337775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B2F24C5-CF99-B8AA-8F11-E2764F927C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3738" y="2647950"/>
            <a:ext cx="4646841" cy="323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644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945A5-785F-6663-3F00-DEAB2D3B1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600" b="1" dirty="0"/>
              <a:t>Insights and Findings:</a:t>
            </a:r>
            <a:endParaRPr lang="en-US" dirty="0"/>
          </a:p>
          <a:p>
            <a:r>
              <a:rPr lang="en-US" sz="2400" b="1" dirty="0">
                <a:ea typeface="+mn-lt"/>
                <a:cs typeface="+mn-lt"/>
              </a:rPr>
              <a:t>Diesel cars</a:t>
            </a:r>
            <a:r>
              <a:rPr lang="en-US" sz="2400" dirty="0">
                <a:ea typeface="+mn-lt"/>
                <a:cs typeface="+mn-lt"/>
              </a:rPr>
              <a:t> have higher average prices.</a:t>
            </a:r>
            <a:endParaRPr lang="en-US" sz="2400" dirty="0"/>
          </a:p>
          <a:p>
            <a:r>
              <a:rPr lang="en-US" sz="2400" b="1" dirty="0">
                <a:ea typeface="+mn-lt"/>
                <a:cs typeface="+mn-lt"/>
              </a:rPr>
              <a:t>Manual cars</a:t>
            </a:r>
            <a:r>
              <a:rPr lang="en-US" sz="2400" dirty="0">
                <a:ea typeface="+mn-lt"/>
                <a:cs typeface="+mn-lt"/>
              </a:rPr>
              <a:t> dominate the market, but Automatics are costlier.</a:t>
            </a:r>
            <a:endParaRPr lang="en-US" dirty="0"/>
          </a:p>
          <a:p>
            <a:r>
              <a:rPr lang="en-US" sz="2400" b="1" dirty="0">
                <a:ea typeface="+mn-lt"/>
                <a:cs typeface="+mn-lt"/>
              </a:rPr>
              <a:t>BMW</a:t>
            </a:r>
            <a:r>
              <a:rPr lang="en-US" sz="2400" dirty="0">
                <a:ea typeface="+mn-lt"/>
                <a:cs typeface="+mn-lt"/>
              </a:rPr>
              <a:t> cars have the highest average resale value.</a:t>
            </a:r>
            <a:endParaRPr lang="en-US" dirty="0"/>
          </a:p>
          <a:p>
            <a:r>
              <a:rPr lang="en-US" sz="2400" b="1" dirty="0">
                <a:ea typeface="+mn-lt"/>
                <a:cs typeface="+mn-lt"/>
              </a:rPr>
              <a:t>First Owner cars</a:t>
            </a:r>
            <a:r>
              <a:rPr lang="en-US" sz="2400" dirty="0">
                <a:ea typeface="+mn-lt"/>
                <a:cs typeface="+mn-lt"/>
              </a:rPr>
              <a:t> form the majority, improving buyer trust.</a:t>
            </a:r>
            <a:endParaRPr lang="en-US" dirty="0"/>
          </a:p>
          <a:p>
            <a:endParaRPr lang="en-US" sz="2400" dirty="0"/>
          </a:p>
          <a:p>
            <a:r>
              <a:rPr lang="en-US" sz="2600" b="1" dirty="0"/>
              <a:t>Business Implications:</a:t>
            </a:r>
            <a:endParaRPr lang="en-US" sz="2600" dirty="0"/>
          </a:p>
          <a:p>
            <a:r>
              <a:rPr lang="en-US" sz="2400" dirty="0"/>
              <a:t>Buyers: Can filter affordable cars quickly</a:t>
            </a:r>
          </a:p>
          <a:p>
            <a:r>
              <a:rPr lang="en-US" sz="2400" dirty="0"/>
              <a:t>Dealers: Can track which brands/models sell fastest</a:t>
            </a:r>
          </a:p>
          <a:p>
            <a:r>
              <a:rPr lang="en-US" sz="2400" dirty="0"/>
              <a:t>Finance: EMI insights help promote car loans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118135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31DA5-DAF9-3890-BDB1-C7DEEB0247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85000" lnSpcReduction="20000"/>
          </a:bodyPr>
          <a:lstStyle/>
          <a:p>
            <a:pPr marL="0" indent="0">
              <a:buNone/>
            </a:pPr>
            <a:endParaRPr lang="en-US" sz="2400" dirty="0"/>
          </a:p>
          <a:p>
            <a:r>
              <a:rPr lang="en-US" sz="2600" b="1" dirty="0"/>
              <a:t>Challenges happened:</a:t>
            </a:r>
          </a:p>
          <a:p>
            <a:r>
              <a:rPr lang="en-US" sz="2400" dirty="0">
                <a:ea typeface="+mn-lt"/>
                <a:cs typeface="+mn-lt"/>
              </a:rPr>
              <a:t>Website structure inconsistencies (Owner info not always available)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Cleaning Lakh/Crore → standard numeric format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Handling missing / inconsistent categorical values</a:t>
            </a:r>
            <a:endParaRPr lang="en-US" dirty="0"/>
          </a:p>
          <a:p>
            <a:r>
              <a:rPr lang="en-US" sz="2400" dirty="0">
                <a:ea typeface="+mn-lt"/>
                <a:cs typeface="+mn-lt"/>
              </a:rPr>
              <a:t>Integrating multiple tools (Python → CSV → Power BI)</a:t>
            </a:r>
            <a:endParaRPr lang="en-US" dirty="0"/>
          </a:p>
          <a:p>
            <a:endParaRPr lang="en-US" sz="2400" dirty="0"/>
          </a:p>
          <a:p>
            <a:r>
              <a:rPr lang="en-US" sz="2600" b="1" dirty="0"/>
              <a:t>Future Enhancements:</a:t>
            </a:r>
          </a:p>
          <a:p>
            <a:r>
              <a:rPr lang="en-US" sz="2600" dirty="0">
                <a:ea typeface="+mn-lt"/>
                <a:cs typeface="+mn-lt"/>
              </a:rPr>
              <a:t>Expand scraping beyond Hyderabad (multi-city analysis)</a:t>
            </a:r>
            <a:endParaRPr lang="en-US" sz="2600" b="1" dirty="0"/>
          </a:p>
          <a:p>
            <a:r>
              <a:rPr lang="en-US" sz="2600" dirty="0">
                <a:ea typeface="+mn-lt"/>
                <a:cs typeface="+mn-lt"/>
              </a:rPr>
              <a:t>Add ML model for price prediction</a:t>
            </a:r>
            <a:endParaRPr lang="en-US" dirty="0"/>
          </a:p>
          <a:p>
            <a:r>
              <a:rPr lang="en-US" sz="2600" dirty="0">
                <a:ea typeface="+mn-lt"/>
                <a:cs typeface="+mn-lt"/>
              </a:rPr>
              <a:t>Real-time dashboards with auto-refresh</a:t>
            </a:r>
            <a:endParaRPr lang="en-US" dirty="0"/>
          </a:p>
          <a:p>
            <a:r>
              <a:rPr lang="en-US" sz="2600" dirty="0">
                <a:ea typeface="+mn-lt"/>
                <a:cs typeface="+mn-lt"/>
              </a:rPr>
              <a:t>Compare multiple car-selling websites</a:t>
            </a:r>
            <a:endParaRPr lang="en-US" dirty="0"/>
          </a:p>
          <a:p>
            <a:endParaRPr lang="en-US" sz="2600" b="1" dirty="0"/>
          </a:p>
          <a:p>
            <a:endParaRPr lang="en-US" sz="2400" dirty="0"/>
          </a:p>
          <a:p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3029854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8B5E4-386B-8B01-7890-5EF2AF0CE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600" b="1" dirty="0"/>
              <a:t>Conclusion:</a:t>
            </a:r>
          </a:p>
          <a:p>
            <a:r>
              <a:rPr lang="en-US" sz="2400" dirty="0">
                <a:ea typeface="+mn-lt"/>
                <a:cs typeface="+mn-lt"/>
              </a:rPr>
              <a:t>Python automated scraping &amp; cleaning</a:t>
            </a:r>
            <a:endParaRPr lang="en-US" sz="2400" dirty="0"/>
          </a:p>
          <a:p>
            <a:r>
              <a:rPr lang="en-US" sz="2400" dirty="0">
                <a:ea typeface="+mn-lt"/>
                <a:cs typeface="+mn-lt"/>
              </a:rPr>
              <a:t>Power BI provided interactive dashboards</a:t>
            </a:r>
            <a:endParaRPr lang="en-US"/>
          </a:p>
          <a:p>
            <a:endParaRPr lang="en-US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553680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Used Car Price Analysis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339</cp:revision>
  <dcterms:created xsi:type="dcterms:W3CDTF">2025-08-30T11:32:43Z</dcterms:created>
  <dcterms:modified xsi:type="dcterms:W3CDTF">2025-09-01T07:51:11Z</dcterms:modified>
</cp:coreProperties>
</file>